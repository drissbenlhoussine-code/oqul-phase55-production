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AIRBNB CO-HOST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Professional Short-Term Rental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C642D"/>
                </a:solidFill>
              </a:rPr>
              <a:t>Maximize your revenue. Minimize your stress.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[Your Name]  |  [# Properties Managed]  |  [City/Region]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FULL-SERVICE CO-HOSTING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1645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5029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Guest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</a:rPr>
              <a:t>24/7 inquiry response, booking management, check-in/out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486400" cy="1645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486400" cy="5029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Dynamic Pricing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</a:rPr>
              <a:t>Revenue-optimizing pricing strategy updated weekly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5486400" cy="1645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5486400" cy="5029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5467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Turnover Coordination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490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</a:rPr>
              <a:t>Professional cleaning scheduled between every guest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108960"/>
            <a:ext cx="5486400" cy="1645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108960"/>
            <a:ext cx="5486400" cy="5029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15467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Listing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</a:rPr>
              <a:t>SEO-optimized listing, professional photos coordination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37760"/>
            <a:ext cx="5486400" cy="1645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937760"/>
            <a:ext cx="5486400" cy="5029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83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Maintenance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</a:rPr>
              <a:t>Vendor coordination, emergency response, repairs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937760"/>
            <a:ext cx="5486400" cy="1645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937760"/>
            <a:ext cx="5486400" cy="5029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983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Monthly 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5778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</a:rPr>
              <a:t>Revenue reports, occupancy stats, performance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OUR FEE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5029200" cy="50292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5A5F"/>
                </a:solidFill>
              </a:rPr>
              <a:t>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5A5F"/>
                </a:solidFill>
              </a:rPr>
              <a:t>+20% of gross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5A5F"/>
                </a:solidFill>
              </a:rPr>
              <a:t>+ Full guest comms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5A5F"/>
                </a:solidFill>
              </a:rPr>
              <a:t>+ Booking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5A5F"/>
                </a:solidFill>
              </a:rPr>
              <a:t>+ Turnover coordination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34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5A5F"/>
                </a:solidFill>
              </a:rPr>
              <a:t>+ Monthly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C642D"/>
                </a:solidFill>
              </a:rPr>
              <a:t>+25% of gross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517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+ Everything in 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461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+ Dynamic 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8404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+ Listing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434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+ Maintenance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0292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+ Priority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READY TO EARN MORE WITH LESS STRESS?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C642D"/>
                </a:solidFill>
              </a:rPr>
              <a:t>Let's have a free property consultation.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[Email]  |  [Phone]  |  [Calendly link]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