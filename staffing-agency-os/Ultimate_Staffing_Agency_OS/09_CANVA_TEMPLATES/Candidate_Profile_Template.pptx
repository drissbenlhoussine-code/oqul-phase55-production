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CANDIDATE PROFILE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[ROLE TITLE]  |  [CLIENT COMPANY]  |  PREPARED BY [AGENCY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C0D"/>
                </a:solidFill>
              </a:rPr>
              <a:t>CANDIDATE: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[CANDIDATE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[Current Title] at [Current Company]  |  [Years Experience]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4AC0D"/>
                </a:solidFill>
              </a:rPr>
              <a:t>Target: $[X,XXX] base  |  Available: [Immediately / X weeks notice]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CANDIDATE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7132320" cy="502920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C5C"/>
                </a:solidFill>
              </a:rPr>
              <a:t>WHY THIS CANDIDATE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[2-3 sentences explaining why this candidate is the right fit for this specific role and company. Be specific. Reference the job requirements and how the candidate meets them.]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C5C"/>
                </a:solidFill>
              </a:rPr>
              <a:t>KEY QUALIFICATIONS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+ [Qualification 1 with specific metric or detail]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+ [Qualification 2 with specific metric or detail]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+ [Qualification 3 with specific metric or detail]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280160"/>
            <a:ext cx="3657600" cy="5029200"/>
          </a:xfrm>
          <a:prstGeom prst="rect">
            <a:avLst/>
          </a:prstGeom>
          <a:solidFill>
            <a:srgbClr val="1A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3716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QUICK STATS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9202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C0D"/>
                </a:solidFill>
              </a:rPr>
              <a:t>[X]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423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Total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9260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C0D"/>
                </a:solidFill>
              </a:rPr>
              <a:t>[Role]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429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Current Title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9319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C0D"/>
                </a:solidFill>
              </a:rPr>
              <a:t>$[X]k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4348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Current Comp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937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C0D"/>
                </a:solidFill>
              </a:rPr>
              <a:t>[Date]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5440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Available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59436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C0D"/>
                </a:solidFill>
              </a:rPr>
              <a:t>[Ref]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64465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