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STAFFING AGENCY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4AC0D"/>
                </a:solidFill>
              </a:rPr>
              <a:t>Professional Staffing &amp; Recruitment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Finding the right talent --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[Agency Name]  |  [Specialty/Niche]  |  [City or Remote]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OUR RECRUITMENT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164592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1.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Deep-dive into your specific hiring need, culture, and ideal candidate profile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486400" cy="164592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2. SOURCING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Proactive search via LinkedIn, database, and referral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486400" cy="164592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5486400" cy="54864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546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3. SCREENING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Pre-screen, full interview, reference checks on every candidate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108960"/>
            <a:ext cx="5486400" cy="164592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108960"/>
            <a:ext cx="5486400" cy="54864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1546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4. 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Curated slate of 3-5 fully vetted candidates with written profiles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5486400" cy="164592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5486400" cy="54864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5. COORDINATION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We manage all scheduling, prep, and communication end-to-end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937760"/>
            <a:ext cx="5486400" cy="164592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937760"/>
            <a:ext cx="5486400" cy="54864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983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6. PLACEMENT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5778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Offer support, onboarding coordination, and 90-day follow-up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WHY PARTNER WITH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[X]+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Placements Made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80160"/>
            <a:ext cx="2560320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[X]%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Fill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2560320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90-Day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Guarantee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280160"/>
            <a:ext cx="2560320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371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[X]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Niche Specialization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You only interview candidates we'd personally hire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Average time-to-slate: 5-10 business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You pay only when you hire the right 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49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  90-day replacement guarantee on all direct hire placements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READY TO FIND YOUR NEXT HIRE?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D4AC0D"/>
                </a:solidFill>
              </a:rPr>
              <a:t>Let's start a confidential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[Email]  |  [Phone]  |  [LinkedIn]  |  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