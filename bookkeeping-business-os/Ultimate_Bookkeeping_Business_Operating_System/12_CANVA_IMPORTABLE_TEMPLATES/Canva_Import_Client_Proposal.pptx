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BOOKKEEPING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[Client Business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4B4"/>
                </a:solidFill>
              </a:rPr>
              <a:t>Prepared by [Your Business Name]  |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Clean Books.
Accurate Reports.
Peace of Mind.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YOUR BOOKKEEPING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3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Too many hours on bookkeeping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6303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Time you can't spend growing your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54864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46888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Unclear financial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You don't always know your profit or cash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4864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Tax season surprises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8404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Unexpected bills because books weren't current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54864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84632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29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CPA overcharging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029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Messy books mean higher accounting fees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WHAT'S INCLUDED IN YOUR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Monthly bank &amp; credit card reconciliation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4864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Monthly Profit &amp; Loss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54864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Monthly Balance Sheet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743200"/>
            <a:ext cx="54864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Plain-English financial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54864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Year-end CPA coordination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14800"/>
            <a:ext cx="5486400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Priority email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INVESTMENT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029200" cy="4572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YOUR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[Starter / Growth / Established]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$[X]/month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8DC"/>
                </a:solidFill>
              </a:rPr>
              <a:t>• Bank reconciliation
• P&amp;L + Balance Sheet
• Monthly summary
• [Add-ons]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280160"/>
            <a:ext cx="60350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54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NEXT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0312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Sign the Engagement Letter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88036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953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535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Complete the Client Intake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65760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30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Grant software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43484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507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5079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Kickoff call — scope + delivery 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5212079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5285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285231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First reports by [date]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