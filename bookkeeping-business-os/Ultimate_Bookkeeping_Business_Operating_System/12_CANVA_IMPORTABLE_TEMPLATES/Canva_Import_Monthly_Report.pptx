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MONTHLY
FINANCIAL
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[Month] [Year]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4C8DC"/>
                </a:solidFill>
              </a:rPr>
              <a:t>[Client Business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5943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Prepared by [Your Business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EXECUTIVE SUMMARY — [Month] [Year]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C8DC"/>
                </a:solidFill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[+/-X]% vs last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C8DC"/>
                </a:solidFill>
              </a:rPr>
              <a:t>Expenses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[+/-X]% vs last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C8DC"/>
                </a:solidFill>
              </a:rPr>
              <a:t>Net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[X]%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C8DC"/>
                </a:solidFill>
              </a:rPr>
              <a:t>Cash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920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C8DC"/>
                </a:solidFill>
              </a:rPr>
              <a:t>As of [date]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460"/>
                </a:solidFill>
              </a:rPr>
              <a:t>KEY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89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• [Observation 1 — revenue driver or trend]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983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• [Observation 2 — notable expense change]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• [Observation 3 — cash or AR note]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INCOME &amp; EXPENSE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TOP INCOME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02920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[Income Category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9385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385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[X]%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502920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[Income Category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700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700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[X]%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5029200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[Income Category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015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[X]%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</a:rPr>
              <a:t>TOP EXPENSES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5486400" cy="594360"/>
          </a:xfrm>
          <a:prstGeom prst="rect">
            <a:avLst/>
          </a:prstGeom>
          <a:solidFill>
            <a:srgbClr val="14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38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[Expense Category 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9385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19385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[X]%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60320"/>
            <a:ext cx="5486400" cy="594360"/>
          </a:xfrm>
          <a:prstGeom prst="rect">
            <a:avLst/>
          </a:prstGeom>
          <a:solidFill>
            <a:srgbClr val="14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700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[Expense Category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6700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6700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[X]%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91840"/>
            <a:ext cx="5486400" cy="594360"/>
          </a:xfrm>
          <a:prstGeom prst="rect">
            <a:avLst/>
          </a:prstGeom>
          <a:solidFill>
            <a:srgbClr val="14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401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[Expense Category 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40156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$[X]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34015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</a:rPr>
              <a:t>[X]%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</a:rPr>
              <a:t>GROSS MARGIN: [X]%   |   NET MARGIN: [X]%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ACTION ITEMS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1371600"/>
            <a:ext cx="8503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ACTION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[Specific action required from client, if any]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0"/>
            <a:ext cx="27432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8503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WATCH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[Item to monitor — e.g., expense trending up]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27432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3749039"/>
            <a:ext cx="8503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776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9776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[e.g., Q2 estimated tax due June 15 — approx $[X]]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27432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4937760"/>
            <a:ext cx="8503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NEXT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166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[Date] — covering [Month+1]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