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Bookkeeping is just data entry.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It's reconciliation, categorization, analysis, and clean reporting. The data entry is 20% of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TAX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Quarterly taxes are due 4 times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Jan 15 · Apr 15 · Jun 15 · Sep 15. Missing them costs you. Save the 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profitable business can still run out of cash.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Profit and cash flow are different numbers. Know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Year-end tax prep: get ready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✓ Reconcile all accounts
✓ Collect contractor W-9s
✓ Review deductions
✓ Calculate 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What's your biggest financial headache as a business owner?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Drop it in the comments. I'll answer 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Send invoices the same day you deliver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The #1 easiest cash flow improvement. No new tools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CLIENT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8 months of messy books. Cleaned in 6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Found $4,200 in uncategorized deductions. Clean books pay for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Ready for clean books by the 15th every month?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</a:rPr>
              <a:t>DM me. I have [X] client slots open this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BE"/>
                </a:solidFill>
              </a:rPr>
              <a:t>[Your Business Name]  |  #bookkeeping #smallbusiness #taxes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