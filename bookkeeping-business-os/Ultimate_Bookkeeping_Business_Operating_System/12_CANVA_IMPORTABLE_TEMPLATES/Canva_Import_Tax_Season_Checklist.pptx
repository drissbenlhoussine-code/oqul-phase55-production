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TAX SEASON
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C8DC"/>
                </a:solidFill>
              </a:rPr>
              <a:t>Everything you need to gather before your tax appointment.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[Your Business Name]  |  Prepared for [Client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INCOME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457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Form W-2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From any employer where you had taxes withheld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457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Form 1099-NEC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Nonemployee compensation received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457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Form 1099-K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Payment card income: Stripe, PayPal, Square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457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Form 1099-INT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Bank interest income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457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440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Any other income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607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</a:rPr>
              <a:t>Cash income, rental income, investment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EXPENSE RECORDS &amp; SUPPORTING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460"/>
                </a:solidFill>
              </a:rPr>
              <a:t>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Receipts for major purchases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Equipment, assets over $500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4572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460"/>
                </a:solidFill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Vehicle mileage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Business miles driven and 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4572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460"/>
                </a:solidFill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Home office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Square footage of office and total 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4572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460"/>
                </a:solidFill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Business loan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Year-end balances as of Dec 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4572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460"/>
                </a:solidFill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Prior year tax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52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All pages — speeds up tax prep significantly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