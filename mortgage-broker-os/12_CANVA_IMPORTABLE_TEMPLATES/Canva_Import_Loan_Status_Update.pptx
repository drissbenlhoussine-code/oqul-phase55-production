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[YOUR NAME / COMPANY]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LOAN STATUS UPDATE
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C3C7"/>
                </a:solidFill>
              </a:rPr>
              <a:t>As of [Date]  •  [Loan Type] — [Property Address]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3460"/>
                </a:solidFill>
              </a:rPr>
              <a:t>Current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✓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AUS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✓ Approved/Eligible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Submitted to Lender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✓ 06/05/26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1752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Underwriting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⏳ In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⏳ 2 Open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Clear to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5A5A6"/>
                </a:solidFill>
              </a:rPr>
              <a:t>—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Upload [document] by [date]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45720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880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Appraisal scheduled for [date]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45720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Estimated clear to close: [date]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45720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Target closing: [date]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