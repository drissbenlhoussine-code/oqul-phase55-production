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MORTGAGE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[CLIENT NAME]
MORTGAGE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C3C7"/>
                </a:solidFill>
              </a:rPr>
              <a:t>A personalised mortgage solution prepared exclusively for [Client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Prepared by [Your Name]  •  [Date]  •  Valid for [X]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0F1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460"/>
                </a:solidFill>
              </a:rPr>
              <a:t>The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Summarise the client's homebuying or refinancing goal and current situation.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CURRENT RATE /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[X]% / $[X]/month (or: First-time buyer — no current mortgage)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[Purchase home at $X] / [Lower rate by X%] / [Access $X equity]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[Target close date / urgency level]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KEY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[Credit score, down payment, self-employed income, etc.]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74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Recommended Loan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LOAN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[FHA / Conventional / VA / USDA]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LOAN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$[Amount]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INTEREST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[X.XX]%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MONTHLY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$[Amount] / 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38404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DOWN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$[Amount] ([X]%)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840480"/>
            <a:ext cx="34747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ESTIMATED CASH TO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$[Amount]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0F1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3460"/>
                </a:solidFill>
              </a:rPr>
              <a:t>Why This Is the Right Loan for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73152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Lowest total interest cost over your intended hold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73152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Rate qualifies based on your current credit and income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39"/>
            <a:ext cx="73152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918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Down payment fits within your available funds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60520"/>
            <a:ext cx="73152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Program allows your income type: [W-2 / self-employed / retirement]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73152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Closes within your required timeline of [date]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744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5-Step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10312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56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C3C7"/>
                </a:solidFill>
              </a:rPr>
              <a:t>Complete your 1003 and consent to credit pull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920240"/>
            <a:ext cx="210312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56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C3C7"/>
                </a:solidFill>
              </a:rPr>
              <a:t>Documents collected, file reviewed, AUS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920240"/>
            <a:ext cx="210312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56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UNDERWRITING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C3C7"/>
                </a:solidFill>
              </a:rPr>
              <a:t>Lender reviews full file and issues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1920240"/>
            <a:ext cx="210312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56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C3C7"/>
                </a:solidFill>
              </a:rPr>
              <a:t>Any follow-up items resolved quickly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920240"/>
            <a:ext cx="210312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560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C3C7"/>
                </a:solidFill>
              </a:rPr>
              <a:t>Sign final documents and receive your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0F1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3460"/>
                </a:solidFill>
              </a:rPr>
              <a:t>What Success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[X.XX]%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Monthly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$[Amount]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Est. Close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[Date]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Cash to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$[Amount]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84048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First Payment Due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[Date]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840480"/>
            <a:ext cx="356616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Rate Lock Expiry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</a:rPr>
              <a:t>[Date]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744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Work With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[X] loans closed in [Area]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97480"/>
            <a:ext cx="103327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Average clear-to-close in [X]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66160"/>
            <a:ext cx="103327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1187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Access to [X]+ lenders and programs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5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5-star rated on [Google/Zillow]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Direct communication — you have my personal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0F1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3460"/>
                </a:solidFill>
              </a:rPr>
              <a:t>Your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01 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Review this proposal and the loan estimate I will send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02  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Sign the credit authorisation and broker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03 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Upload your documents using the checklist I have shared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04  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029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Approve the rate lock when we confirm the lender and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</a:rPr>
              <a:t>Questions? Call or text [Your Phone]  |  [your@email.com]  |  www.[yourdomain].com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