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[EDUCATION]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5A5A6"/>
                </a:solidFill>
              </a:rPr>
              <a:t>MYTH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You Need 20% Down
to Buy a Home.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FALSE — FHA requires just 3.5%. VA and USDA require 0%.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5A5A6"/>
                </a:solidFill>
              </a:rPr>
              <a:t>@yourhandle  •  www.[yourdomain].com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6035040"/>
            <a:ext cx="1033272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[CHECKLIST]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5A5A6"/>
                </a:solidFill>
              </a:rPr>
              <a:t>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C3E50"/>
                </a:solidFill>
              </a:rPr>
              <a:t>5 Signs You Are Ready
to Apply for a Mortgage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</a:rPr>
              <a:t>1. Stable employment 2+ years
2. Credit 620+ (or working on it)
3. DTI under 43%
4. Down payment ready
5. Ready to commit to the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5A5A6"/>
                </a:solidFill>
              </a:rPr>
              <a:t>@yourhandle  •  www.[yourdomain].com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6035040"/>
            <a:ext cx="1033272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[INSIGHT]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5A5A6"/>
                </a:solidFill>
              </a:rPr>
              <a:t>QUICK TIP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Rate Is Not
Everything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APR, fees, points, and the loan term all affect your total cost. Run a full comparison before you lock.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5A5A6"/>
                </a:solidFill>
              </a:rPr>
              <a:t>@yourhandle  •  www.[yourdomain].com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6035040"/>
            <a:ext cx="1033272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[EDUCATION]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5A5A6"/>
                </a:solidFill>
              </a:rPr>
              <a:t>MYTH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C3E50"/>
                </a:solidFill>
              </a:rPr>
              <a:t>You Can't Get a Mortgage
If You're Self-Employed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</a:rPr>
              <a:t>INCORRECT — With 2 years of tax returns and consistent income, self-employed buyers qualify every 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5A5A6"/>
                </a:solidFill>
              </a:rPr>
              <a:t>@yourhandle  •  www.[yourdomain].com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6035040"/>
            <a:ext cx="1033272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[ENGAGEMENT]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5A5A6"/>
                </a:solidFill>
              </a:rPr>
              <a:t>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What's Holding You Back
From Buying a Home?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Drop your biggest obstacle in the comments — I will answer every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5A5A6"/>
                </a:solidFill>
              </a:rPr>
              <a:t>@yourhandle  •  www.[yourdomain].com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6035040"/>
            <a:ext cx="1033272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[TESTIMONIAL]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5A5A6"/>
                </a:solidFill>
              </a:rPr>
              <a:t>CLIENT 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C3E50"/>
                </a:solidFill>
              </a:rPr>
              <a:t>[Client Name] Closed
in 22 Days!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</a:rPr>
              <a:t>First-time buyer, FHA loan, 3.5% down. Proof that the process doesn't have to be slow.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5A5A6"/>
                </a:solidFill>
              </a:rPr>
              <a:t>@yourhandle  •  www.[yourdomain].com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6035040"/>
            <a:ext cx="1033272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[EDUCATION]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5A5A6"/>
                </a:solidFill>
              </a:rPr>
              <a:t>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Documents You Need
for a Mortgage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Last 2 years W-2s
• 30 days pay stubs
• 2 months bank statements
• Government 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5A5A6"/>
                </a:solidFill>
              </a:rPr>
              <a:t>@yourhandle  •  www.[yourdomain].com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6035040"/>
            <a:ext cx="1033272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[SALES]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5A5A6"/>
                </a:solidFill>
              </a:rPr>
              <a:t>CTA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C3E50"/>
                </a:solidFill>
              </a:rPr>
              <a:t>Ready to Get
Pre-Approved?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</a:rPr>
              <a:t>I have slots available this week. DM me 'READY' or tap the link in bio to get started.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5A5A6"/>
                </a:solidFill>
              </a:rPr>
              <a:t>@yourhandle  •  www.[yourdomain].com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6035040"/>
            <a:ext cx="1033272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