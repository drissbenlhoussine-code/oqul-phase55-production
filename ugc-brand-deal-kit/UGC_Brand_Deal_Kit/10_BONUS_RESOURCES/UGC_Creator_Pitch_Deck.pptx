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</a:rPr>
              <a:t>UGC CREATOR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F5A623"/>
                </a:solidFill>
              </a:rPr>
              <a:t>Brand Deal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The complete system for landing, managing, and scaling brand deals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5A623"/>
                </a:solidFill>
              </a:rPr>
              <a:t>Your Professional Creator Business Starts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WHAT'S INSIDE YOUR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66928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01 Brand Identity Kit: Niche framework, USP builder, bio templates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280160"/>
            <a:ext cx="566928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02 Rate Card System: Professional pricing, calculator, annual planner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86000"/>
            <a:ext cx="566928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377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03 Pitch and Outreach: 50 email templates, DM scripts, brand databases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286000"/>
            <a:ext cx="566928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3774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04 Contracts: Service agreement, content brief template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91840"/>
            <a:ext cx="566928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3832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05 Content Creation: 50 winning hooks, production workflow, editing guide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91840"/>
            <a:ext cx="566928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3832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06 Analytics: Performance dashboard, client reporting template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297680"/>
            <a:ext cx="566928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43891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07 Negotiation: Word-for-word scripts for every objection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97680"/>
            <a:ext cx="566928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3891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08 Client Management: Onboarding system, delivery templates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303520"/>
            <a:ext cx="566928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53949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09 Notion Databases: Brand tracker, content library, income tracker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5303520"/>
            <a:ext cx="566928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3949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10 Bonus Resources: Platforms, tools, 30-day growth sprint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1A2E"/>
                </a:solidFill>
              </a:rPr>
              <a:t>YOUR REVENUE POTENTIAL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$2,000+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Monthly at 5-7 deals/month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$5,000+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468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Monthly at 10-15 deals/month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30352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$10,000+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Monthly with retainers + whitelisting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657600"/>
            <a:ext cx="5303520" cy="1828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404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$50+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754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Average rate per hour of creation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THE UGC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UGC ads outperform branded content by 4x on average CTR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94560"/>
            <a:ext cx="11274552" cy="685800"/>
          </a:xfrm>
          <a:prstGeom prst="rect">
            <a:avLst/>
          </a:prstGeom>
          <a:solidFill>
            <a:srgbClr val="0D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86% of consumers trust UGC over branded 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1274552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$1.7B+ UGC creator economy with 30% annual 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11274552" cy="685800"/>
          </a:xfrm>
          <a:prstGeom prst="rect">
            <a:avLst/>
          </a:prstGeom>
          <a:solidFill>
            <a:srgbClr val="0D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Brands allocate 25-40% of content budgets to UGC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11274552" cy="685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5487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Average brand spends $2,000-$10,000/month on UGC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86400"/>
            <a:ext cx="11274552" cy="685800"/>
          </a:xfrm>
          <a:prstGeom prst="rect">
            <a:avLst/>
          </a:prstGeom>
          <a:solidFill>
            <a:srgbClr val="0D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5778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You don't need followers -- just great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