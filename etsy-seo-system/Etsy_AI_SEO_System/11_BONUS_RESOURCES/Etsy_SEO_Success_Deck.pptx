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6400"/>
                </a:solidFill>
              </a:rPr>
              <a:t>ETSY SELLER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56400"/>
                </a:solidFill>
              </a:rPr>
              <a:t>AI SEO Listing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6400"/>
                </a:solidFill>
              </a:rPr>
              <a:t>Find buyers faster with keywords that actually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6400"/>
                </a:solidFill>
              </a:rPr>
              <a:t>Titles -- Tags -- Descriptions -- AI Prompts --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700"/>
                </a:solidFill>
              </a:rPr>
              <a:t>WHAT'S INSIDE YOUR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SEO Masterclass: How Etsy search actually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Keyword Research System: 5-source method + tracker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377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Title Templates: 200+ copy-paste formulas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Description Templates: 3 full templates by product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383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Tag Strategy Vault: Pre-built tag sets + CSV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9184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AI Prompt Library: 6 prompts for instant listings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9768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389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Shop Optimization: Beyond-listing ranking factors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Analytics Tracker: Views, conversions,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0352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5394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Notion Databases: 2 Notion-importable CSV databases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303520"/>
            <a:ext cx="5669280" cy="82296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394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Niche Keyword Packs: 300+ keywords across 3 niches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700"/>
                </a:solidFill>
              </a:rPr>
              <a:t>ETSY SEO IN 4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286000" cy="100584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00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371600"/>
            <a:ext cx="8961120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5544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Research keywords buyers actually type using the 5-source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51760"/>
            <a:ext cx="2286000" cy="100584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788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00"/>
                </a:solidFill>
              </a:rPr>
              <a:t>Step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8961120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8346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Front-load your primary keyword in the first 40 characters of your 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2286000" cy="100584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069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00"/>
                </a:solidFill>
              </a:rPr>
              <a:t>Step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931920"/>
            <a:ext cx="8961120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41148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Use all 13 tags with phrase variations matching real buyer searches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12079"/>
            <a:ext cx="2286000" cy="100584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349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00"/>
                </a:solidFill>
              </a:rPr>
              <a:t>Step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5212079"/>
            <a:ext cx="8961120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5394959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Track analytics weekly -- double down on what works, fix what doesn't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700"/>
                </a:solidFill>
              </a:rPr>
              <a:t>KEY ETSY SEO 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430000" cy="576072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  First 40 characters of your title matter most -- put your keyword there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39112"/>
            <a:ext cx="11430000" cy="576072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084831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Use ALL 13 tags every time -- unused tags are free visibility you're leaving behind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06624"/>
            <a:ext cx="11430000" cy="576072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75234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  Etsy IGNORES keyword placement in your description for search ranking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74136"/>
            <a:ext cx="11430000" cy="576072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41985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Recency bonus: newly listed or renewed items get a temporary rank 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41648"/>
            <a:ext cx="11430000" cy="576072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0873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  Conversion rate is the #1 factor after keyword match -- great photos drive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709160"/>
            <a:ext cx="11430000" cy="576072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754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Update listings every 60-90 days to stay fresh in Etsy's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76672"/>
            <a:ext cx="11430000" cy="576072"/>
          </a:xfrm>
          <a:prstGeom prst="rect">
            <a:avLst/>
          </a:prstGeom>
          <a:solidFill>
            <a:srgbClr val="F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4223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  Section names are searchable -- use keywords, not generic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044183"/>
            <a:ext cx="11430000" cy="576072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089903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Your shop title (55 chars) is underused SEO real estate -- put keywords there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