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548640"/>
            <a:ext cx="10360152" cy="5760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9994392" cy="5394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</a:rPr>
              <a:t>DID YOU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Most homeowner's policies
DO NOT cover floods.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623"/>
                </a:solidFill>
              </a:rPr>
              <a:t>🌊 You need a separate flood insurance 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Comment FLOOD below and I'll explain your options!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</a:rPr>
              <a:t>[Your Name] | [Phone] | [Agency]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💡 INSURANCE TIP OF THE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Bundle Your Home + 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Bundling your home and auto insurance with the same carrier can save you 10-25% on BOTH policies. Most people don't realize how much they're leaving on the table by having separate carriers.
When did you last compare? I'll run a free comparison for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011680"/>
            <a:ext cx="2926080" cy="3657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</a:rPr>
              <a:t>AVERAGE
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$400-$800
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</a:rPr>
              <a:t>DM me for a FREE comparison!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9696"/>
                </a:solidFill>
              </a:rPr>
              <a:t>[Your Name] | [Agency] | [Phone]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A623"/>
                </a:solidFill>
              </a:rPr>
              <a:t>⚠️ ARE YOU UNDERINSURED?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3 Signs Your Coverage Isn't Enough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908792" cy="91440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You've never done a coverage review with your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0908792" cy="91440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Your liability limits are at state minimums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10908792" cy="914400"/>
          </a:xfrm>
          <a:prstGeom prst="rect">
            <a:avLst/>
          </a:prstGeom>
          <a:solidFill>
            <a:srgbClr val="1E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79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72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You don't have an umbrella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623"/>
                </a:solidFill>
              </a:rPr>
              <a:t>DM me for a FREE coverage review — let's fix this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</a:rPr>
              <a:t>🛡️ 5-STAR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731520"/>
            <a:ext cx="9445752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460"/>
                </a:solidFill>
              </a:rPr>
              <a:t>"[Client Name]" ⭐⭐⭐⭐⭐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"[Agent Name] has been our insurance agent for [X] years and we couldn't be happier. When we had a claim last year, [he/she] was there every step of the way — made sure the carrier treated us fairly and the whole thing was resolved in just 2 weeks. I send everyone I know to [Agency Name]."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8056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9696"/>
                </a:solidFill>
              </a:rPr>
              <a:t>— [Client Name], [City] | [Policy Type]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21208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94560"/>
                </a:solidFill>
              </a:rPr>
              <a:t>Thank you [Client Name] — reviews like this mean everything to us! 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36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A623"/>
                </a:solidFill>
              </a:rPr>
              <a:t>[Agency Name] | [Phone] |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