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INSURANCE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A623"/>
                </a:solidFill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[Agency Name] | Independent Insurance Professionals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C3C7"/>
                </a:solidFill>
              </a:rPr>
              <a:t>Prepared for: [Client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AN INDEPENDENT AGENCY?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749039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🔍  Shop Multiple Carriers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860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We compare dozens of carriers to find you the best coverage at the best price.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749039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🛡️  Your Advocate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860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We represent YOUR interests — not any single insurance company.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840480"/>
            <a:ext cx="3749039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84048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023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📞  Single Point of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7548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One call for all your insurance needs — home, auto, life, commercial.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3749039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23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⏰  Claims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7548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When you have a claim, we're on your side throughout the entire process.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6309360"/>
            <a:ext cx="3749039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630936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6492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📊  Annual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72237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We review your coverage every year to make sure it still fits your life.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6309360"/>
            <a:ext cx="3749039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630936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6492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💼  Expert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72237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Deep product knowledge across all lines — we make the complex simple.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YOUR CURRENT COVERAGE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4031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3460"/>
                </a:solidFill>
              </a:rPr>
              <a:t>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Homeowner's 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[Carrier]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$[XXX,XXX]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$[X,XXX]/yr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[Green/Yellow/Red]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1164031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3460"/>
                </a:solidFill>
              </a:rPr>
              <a:t>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Auto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[Carrier]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[Coverage Limits]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$[X,XXX]/yr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[Green/Yellow/Red]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4031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3460"/>
                </a:solidFill>
              </a:rPr>
              <a:t>☂️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Umbrella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[Carrier]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$[X,XXX,XXX]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$[XXX]/yr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114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[Green/Yellow/Red]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4031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3460"/>
                </a:solidFill>
              </a:rP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66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Life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69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[Carrier]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49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$[XXX,XXX]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$[XXX]/yr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[Green/Yellow/Red]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MY RECOMMENDATIONS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High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0574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Coverage Gap 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06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Consider adding an umbrella policy. Your current liability limits may be insufficient for your assets.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Rate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Rate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 found a comparable policy with [Carrier B] at $[X] less per year for identical coverage.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66928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66928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8404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Recommended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4348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Cross-Sell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98347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You don't have life insurance on file. Based on your income and dependents, I recommend [X] in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566928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66928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404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Consider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348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Coverage Enhancement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98347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Your current home policy doesn't include water backup coverage — this gap costs only $[X]/year to fill.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