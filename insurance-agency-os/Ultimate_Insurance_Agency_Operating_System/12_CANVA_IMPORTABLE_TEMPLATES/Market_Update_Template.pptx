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INSURANCE MARKET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5A623"/>
                </a:solidFill>
              </a:rPr>
              <a:t>[Month Year] | [Agency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C3C7"/>
                </a:solidFill>
              </a:rPr>
              <a:t>Helping you navigate the changing insurance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69696"/>
                </a:solidFill>
              </a:rPr>
              <a:t>[Agent Name] | [Phone] | [Email]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WHAT'S HAPPENING IN THE INSURANCE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508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91440" cy="1508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📈 Rate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[Personal/Commercial] rates are trending [up/down] in our region due to [reason]. What this means for your renewal...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669280" cy="1508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91440" cy="1508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⚠️ Coverage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 recent court decision/regulatory change affects [coverage type]. Here's what you need to know...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5669280" cy="1508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371600"/>
            <a:ext cx="91440" cy="1508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🌪️ Weather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11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[Severe weather/catastrophe] season and its effect on [home/auto/commercial] rates in [region]...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5669280" cy="1508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91440" cy="1508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💡 New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We now offer [new coverage type] — perfect for clients who [description of need]...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17520"/>
            <a:ext cx="5669280" cy="1508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017520"/>
            <a:ext cx="91440" cy="1508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08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📋 Compliance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[State] has updated [regulation] affecting [line of business]. Here's how it impacts you...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017520"/>
            <a:ext cx="5669280" cy="1508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91440" cy="1508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108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🎯 Action 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6576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If your policy renews in the next 90 days, now is the time to [specific recommendation]...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