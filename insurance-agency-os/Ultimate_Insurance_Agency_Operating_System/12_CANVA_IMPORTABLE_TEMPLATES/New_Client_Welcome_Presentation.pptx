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</a:rPr>
              <a:t>WELCOME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[AGENCY NAME]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C3C7"/>
                </a:solidFill>
              </a:rPr>
              <a:t>Your Independent Insurance Professionals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84048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We're honored to protect what matters most to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4572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WHAT HAPPENS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📄 Policy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DCDC"/>
                </a:solidFill>
              </a:rPr>
              <a:t>You'll receive your policy documents within 3-5 business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31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📞 30-Day 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889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DCDC"/>
                </a:solidFill>
              </a:rPr>
              <a:t>I'll call in 30 days to make sure everything is perfect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91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📅 Annual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74903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DCDC"/>
                </a:solidFill>
              </a:rPr>
              <a:t>Every year we'll review your coverage together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519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🆘 Claims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709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DCDC"/>
                </a:solidFill>
              </a:rPr>
              <a:t>If anything happens, call me first — I'll guide you 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212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👋 I'm Always 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6692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DCDC"/>
                </a:solidFill>
              </a:rPr>
              <a:t>For any changes, questions, or updates — one call does it 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YOUR POLICY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12801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Policy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[XXXXXXXX]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486400" cy="12801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Effective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[MM/DD/YYYY]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5486400" cy="12801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Expiration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[MM/DD/YYYY]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926080"/>
            <a:ext cx="5486400" cy="12801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0632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Carrier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11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[Carrier Name]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5486400" cy="12801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Annual 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$[X,XXX]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389120"/>
            <a:ext cx="5486400" cy="12801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526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3460"/>
                </a:solidFill>
              </a:rPr>
              <a:t>Payment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0749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3E50"/>
                </a:solidFill>
              </a:rPr>
              <a:t>[Auto-Pay / Invoice]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F3460"/>
                </a:solidFill>
              </a:rPr>
              <a:t>Your Agent: [Name] | [Phone] |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