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WELCOME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TO YOUR NEW BOOKKEEPING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37160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[CLIENT BUSINESS NAME]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3774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39C12"/>
                </a:solidFill>
              </a:rPr>
              <a:t>You've made a smart decision.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2004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Welcome to stress-free bookkeeping. Here's everything you need to know about what happens next.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YOUR FIRST 30 DAYS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651760" cy="50292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651760" cy="5486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4F72"/>
                </a:solidFill>
              </a:rPr>
              <a:t>Onboarding &amp;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60320"/>
            <a:ext cx="2468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We get access to your software and bank accounts, review your existing records, and set up your Chart of Accounts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280160"/>
            <a:ext cx="2651760" cy="50292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0" y="1280160"/>
            <a:ext cx="2651760" cy="5486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3258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Week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9202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4F72"/>
                </a:solidFill>
              </a:rPr>
              <a:t>Historical Clean-Up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560320"/>
            <a:ext cx="2468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We enter and categorize any backlogged transactions to start from a clean foundation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280160"/>
            <a:ext cx="2651760" cy="50292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1280160"/>
            <a:ext cx="2651760" cy="5486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3258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Week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9202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4F72"/>
                </a:solidFill>
              </a:rPr>
              <a:t>First Reconciliation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560320"/>
            <a:ext cx="2468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All accounts reconciled for accuracy. You'll see your books balanced for the first time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1280160"/>
            <a:ext cx="2651760" cy="50292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61120" y="1280160"/>
            <a:ext cx="2651760" cy="5486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0" y="13258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Week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19202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4F72"/>
                </a:solidFill>
              </a:rPr>
              <a:t>First Report Delivery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2560320"/>
            <a:ext cx="2468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You receive your first clean financial statements with a plain-English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HOW WE WORK TOGETHER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5486400" cy="237744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19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4F72"/>
                </a:solidFill>
              </a:rPr>
              <a:t>Documents to Send Us Monthly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Bank statements, credit card statements, receipts for large purchases, any payroll records, invoices issued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280160"/>
            <a:ext cx="5486400" cy="237744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417319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4F72"/>
                </a:solidFill>
              </a:rPr>
              <a:t>Your Monthly Deadline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05740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Send documents by the [5th] of each month. We deliver your statements by the [20th].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931920"/>
            <a:ext cx="5486400" cy="237744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06908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4F72"/>
                </a:solidFill>
              </a:rPr>
              <a:t>How We Communicate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709159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[Primary: email] [Secondary: monthly Zoom call] [Response time: within 1 business day]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3931920"/>
            <a:ext cx="5486400" cy="237744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06908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4F72"/>
                </a:solidFill>
              </a:rPr>
              <a:t>Your Client Portal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709159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[Link to shared folder or Notion workspace] -- all reports archived here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0"/>
            <a:ext cx="12188952" cy="13716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YOU'RE IN GOOD HANDS.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F39C12"/>
                </a:solidFill>
              </a:rPr>
              <a:t>We take the numbers seriously so you don't have 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Questions? [Email] | [Phone]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[Your Name]  |  [Your Business Name]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