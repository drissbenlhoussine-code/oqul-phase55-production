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BOOKKEEPING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39C12"/>
                </a:solidFill>
              </a:rPr>
              <a:t>Professional. Accurate. Reliable.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[Your Name, CB/QuickBooks ProAdvisor]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[Your Business Name]  |  [City, State]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 WE OFFER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1645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4F72"/>
                </a:solidFill>
              </a:rPr>
              <a:t>Monthly Bookkeeping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Transaction coding, reconciliation, monthly financial statements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486400" cy="1645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4F72"/>
                </a:solidFill>
              </a:rPr>
              <a:t>Payroll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Setup, processing, tax deposits, W-2 preparation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5486400" cy="1645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4F72"/>
                </a:solidFill>
              </a:rPr>
              <a:t>Tax Preparation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Year-end cleanup, document prep, CPA coordination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108960"/>
            <a:ext cx="5486400" cy="1645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004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4F72"/>
                </a:solidFill>
              </a:rPr>
              <a:t>QuickBooks Setup &amp;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490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Initial setup, Chart of Accounts, team training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5486400" cy="1645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4F72"/>
                </a:solidFill>
              </a:rPr>
              <a:t>Catch-Up Bookkeeping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Getting behind? We clean up months or years of backlog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937760"/>
            <a:ext cx="5486400" cy="1645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029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4F72"/>
                </a:solidFill>
              </a:rPr>
              <a:t>CFO Advisory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5778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Monthly financial reviews, cash flow forecasting, KPI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OUR PACKAGES &amp; 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566160" cy="502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4F72"/>
                </a:solidFill>
              </a:rPr>
              <a:t>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74C3C"/>
                </a:solidFill>
              </a:rPr>
              <a:t>$250-350/mo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4F72"/>
                </a:solidFill>
              </a:rPr>
              <a:t>+ Monthly transaction 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4F72"/>
                </a:solidFill>
              </a:rPr>
              <a:t>+ Bank reconciliation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4F72"/>
                </a:solidFill>
              </a:rPr>
              <a:t>+ Monthly P&amp;L and Balance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4F72"/>
                </a:solidFill>
              </a:rPr>
              <a:t>+ Email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566160" cy="5029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71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PROFESSIONAL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7451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39C12"/>
                </a:solidFill>
              </a:rPr>
              <a:t>$400-600/mo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560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+ Everything in Essentials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1546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+ Accounts payable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74903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+ Payroll add-on available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343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+ Monthly video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937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+ Year-end tax prep coordination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3566160" cy="502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371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B4F72"/>
                </a:solidFill>
              </a:rPr>
              <a:t>PREMIUM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7451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74C3C"/>
                </a:solidFill>
              </a:rPr>
              <a:t>$700-1,200/mo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60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4F72"/>
                </a:solidFill>
              </a:rPr>
              <a:t>+ Everything in Professional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1546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4F72"/>
                </a:solidFill>
              </a:rPr>
              <a:t>+ Payroll included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74903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4F72"/>
                </a:solidFill>
              </a:rPr>
              <a:t>+ Quarterly tax estimates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343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4F72"/>
                </a:solidFill>
              </a:rPr>
              <a:t>+ CFO advisory calls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937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4F72"/>
                </a:solidFill>
              </a:rPr>
              <a:t>+ Priority response SLA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WHY CLIENTS CHOOSE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560320" cy="20116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39C12"/>
                </a:solidFill>
              </a:rPr>
              <a:t>[X]+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Clients Served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280160"/>
            <a:ext cx="2560320" cy="20116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39C12"/>
                </a:solidFill>
              </a:rPr>
              <a:t>[X]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In Practice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2560320" cy="20116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39C12"/>
                </a:solidFill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Accuracy Guarantee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280160"/>
            <a:ext cx="2560320" cy="20116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371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39C12"/>
                </a:solidFill>
              </a:rPr>
              <a:t>QuickBooks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ProAdvisor Certified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  You focus on running your business. We handle the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  Never wonder if your books are right again.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  Monthly financial statements delivered by the 20th, every month.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49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  Year-round support from a dedicated bookkeeper who knows your business.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READY TO GET YOUR BOOKS IN ORDER?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39C12"/>
                </a:solidFill>
              </a:rPr>
              <a:t>Book a free 30-minute consultation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[Calendly link or phone number]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[Your Name]  |  [Email]  |  [Website]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