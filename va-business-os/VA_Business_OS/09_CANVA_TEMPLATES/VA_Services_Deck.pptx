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VIRTUAL ASSISTANT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9E2E"/>
                </a:solidFill>
              </a:rPr>
              <a:t>Professional. Reliable. Detail-Oriented.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Your business runs smoother when you have the right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[Your Name]  |  [Specialty]  |  [Website]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SERVICES I OFFER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Email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Inbox zero every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16459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Calendar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No more scheduling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486400" cy="16459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Social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Consistent, on-brand posting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5486400" cy="16459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Decisions backed by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5486400" cy="16459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Customer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Fast, professional responses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937760"/>
            <a:ext cx="5486400" cy="16459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Systems &amp; SOPs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623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Processes that run without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READY TO DELEGATE?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D69E2E"/>
                </a:solidFill>
              </a:rPr>
              <a:t>Book a free 20-minute clarity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[Calendly link]  |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