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</a:rPr>
              <a:t>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</a:rPr>
              <a:t>[CLIENT NAME]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How [Agency Name] helped [Business] achieve [key result] in [timeframe]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A623"/>
                </a:solidFill>
              </a:rPr>
              <a:t>[INDUSTRY]  |  [TIMEFRAME]  |  [SERVICES PROVIDED]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7132320" cy="5029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3460"/>
                </a:solidFill>
              </a:rPr>
              <a:t>BACKGROUND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[Client name] is a [business type] in [location] serving [target market]. When they came to us, they were facing significant challenges with their social media presence and digital marketing efforts.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3460"/>
                </a:solidFill>
              </a:rPr>
              <a:t>KEY CHALLENGES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319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- [Challenge 1: e.g., Low engagement despite consistent posting]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720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- [Challenge 2: e.g., No clear brand identity or content strategy]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212079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- [Challenge 3: e.g., Missing target audience demographic entirely]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1280160"/>
            <a:ext cx="3749039" cy="50292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137160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A623"/>
                </a:solidFill>
              </a:rPr>
              <a:t>BY THE NUMBERS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01168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5A623"/>
                </a:solidFill>
              </a:rPr>
              <a:t>X%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65176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BEFORE: Engagement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38328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5A623"/>
                </a:solidFill>
              </a:rPr>
              <a:t>XXX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02336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BEFORE: Followers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75488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5A623"/>
                </a:solidFill>
              </a:rPr>
              <a:t>$XXX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539496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BEFORE: Monthly Ad Spend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SOLUTION &amp;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303520" cy="5029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3460"/>
                </a:solidFill>
              </a:rPr>
              <a:t>OUR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1. Content strategy overhaul with [X] new content pillars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2. [X] posts per week across [platforms]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7472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3. Community management: responding to 100% of comments/DMs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5196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4. Paid advertising: [X] campaigns targeting [audience]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02920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5. Monthly reporting with transparent ROI tracking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280160"/>
            <a:ext cx="5303520" cy="50292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3716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RESULTS ACHIEVED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9202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</a:rPr>
              <a:t>[+XXX%]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192024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Increase in reach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78892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</a:rPr>
              <a:t>[+XXX%]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78892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Engagement rate growth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65760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</a:rPr>
              <a:t>[XXX]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65760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New followers gained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526279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</a:rPr>
              <a:t>[+XXX%]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526279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Website traffic from social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39496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</a:rPr>
              <a:t>[$XX,XXX]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539496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Revenue attributed to social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CLIENT TESTIMONIAL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371600"/>
            <a:ext cx="9418320" cy="36576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463040"/>
            <a:ext cx="73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E94560"/>
                </a:solidFill>
              </a:rPr>
              <a:t>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011680"/>
            <a:ext cx="8686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[Insert client testimonial here. Make it specific, results-focused, and in the client's own words. The best testimonials mention: the specific results achieved, how the agency made them feel, and what they'd say to someone considering working with the agency.]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1206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A623"/>
                </a:solidFill>
              </a:rPr>
              <a:t>[CLIENT NAME], [TITLE] at [BUSINESS NAME]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F3460"/>
                </a:solidFill>
              </a:rPr>
              <a:t>Want results like these? Let's talk.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89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</a:rPr>
              <a:t>[Email]  |  [Phone]  |  [Website]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