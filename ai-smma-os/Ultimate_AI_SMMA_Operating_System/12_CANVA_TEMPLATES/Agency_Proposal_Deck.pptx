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AI SOCIAL MEDIA AGENCY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Professional Agency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Prepared for: [CLIENT BUSINESS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[Your Agency Name]  |  [Date]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</a:rPr>
              <a:t>YOUR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[Client business] is looking to grow its online presence and convert social media engagement into real business results. Current challenges include inconsistent posting, low engagement rates, and limited brand visibility in a competitive market.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560"/>
                </a:solidFill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We will implement a comprehensive social media strategy including content creation, community management, paid advertising, and detailed monthly reporting -- all powered by AI tools that give your brand an unfair competitive advantage.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OUR SERVICES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Content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Monthly content calendar with topics, formats, and scheduling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Content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[X] posts/week including Reels, carousels, and static posts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Community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Daily engagement -- replies, comments, DM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517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Monthly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ROI report with analytics, insights, and next-month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23360"/>
            <a:ext cx="5486400" cy="1188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Paid Ads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26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Facebook/Instagram ad campaigns with A/B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INVESTMENT &amp; 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4560"/>
                </a:solidFill>
              </a:rPr>
              <a:t>$1,500/mo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+ 8 posts/week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Content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Monthly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$2,500/mo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+ 12 posts/week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Content +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Ads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+ Monthly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94560"/>
                </a:solidFill>
              </a:rPr>
              <a:t>$4,500/mo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Daily posting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46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Full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Ads + SEO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Weekly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029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3460"/>
                </a:solidFill>
              </a:rPr>
              <a:t>+ Priority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CHOOSE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A623"/>
                </a:solidFill>
              </a:rPr>
              <a:t>97%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Client Retention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A623"/>
                </a:solidFill>
              </a:rPr>
              <a:t>150+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Brands Managed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A623"/>
                </a:solidFill>
              </a:rPr>
              <a:t>4.2x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Average ROAS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56032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A623"/>
                </a:solidFill>
              </a:rPr>
              <a:t>$2M+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5603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Revenue Generated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460"/>
                </a:solidFill>
              </a:rPr>
              <a:t>RESULTS YOU CAN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Average 40% increase in reach within 60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2-5x engagement rate improvement in first 90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Consistent brand presence across all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Full transparency with detailed monthly ROI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READY TO GROW YOUR BRAND?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A623"/>
                </a:solidFill>
              </a:rPr>
              <a:t>Let's build something remarkable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1. Review this proposal and let us know if you have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2. Sign the agreement and submit your first month's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3. Complete the onboarding questionnaire (15 minutes)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4. We begin work within 48 hours of onboarding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[Your Name]  |  [Email]  |  [Phone]  |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