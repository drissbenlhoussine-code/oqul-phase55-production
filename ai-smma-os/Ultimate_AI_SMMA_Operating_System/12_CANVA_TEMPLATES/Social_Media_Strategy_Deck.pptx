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SOCIAL MEDIA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A623"/>
                </a:solidFill>
              </a:rPr>
              <a:t>[CLIENT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[YEAR] Annual Strategy  |  Prepared by [Agency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BRAND OVERVIEW &amp;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3460"/>
                </a:solidFill>
              </a:rPr>
              <a:t>BRAND POSITIONING: [Define your client's unique value proposition and brand voice in one sentence]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2651760" cy="3474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GOAL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Increase brand awareness and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A623"/>
                </a:solidFill>
              </a:rPr>
              <a:t>KPI: Reach: [target] accounts/month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560320"/>
            <a:ext cx="2651760" cy="3474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3460"/>
                </a:solidFill>
              </a:rPr>
              <a:t>GOAL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108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3460"/>
                </a:solidFill>
              </a:rPr>
              <a:t>Drive engagement and community 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572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94560"/>
                </a:solidFill>
              </a:rPr>
              <a:t>KPI: Engagement rate: [target]% minimum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2651760" cy="3474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GOAL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08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Generate qualified leads for sales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A623"/>
                </a:solidFill>
              </a:rPr>
              <a:t>KPI: [X] DM leads/month, [X] website clicks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560320"/>
            <a:ext cx="2651760" cy="3474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3460"/>
                </a:solidFill>
              </a:rPr>
              <a:t>GOAL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108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3460"/>
                </a:solidFill>
              </a:rPr>
              <a:t>Establish thought leadership in [niche]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572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94560"/>
                </a:solidFill>
              </a:rPr>
              <a:t>KPI: [X] saves per post average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CONTENT PILLARS &amp; POSTING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103120" cy="2286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Educate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How-to, tips, guides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280160"/>
            <a:ext cx="2103120" cy="228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71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Engage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202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60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Questions, polls, UGC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280160"/>
            <a:ext cx="210312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371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Entertain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9202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60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Behind scenes, fun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280160"/>
            <a:ext cx="210312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371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Promote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9202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560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Offers, CTAs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280160"/>
            <a:ext cx="2103120" cy="2286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371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Inspire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560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Values, vision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WEEKLY POSTING SCHEDULE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89120"/>
            <a:ext cx="146304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[Content
Type]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30552" y="4389120"/>
            <a:ext cx="146304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0552" y="4389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0552" y="48920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[Content
Type]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12463" y="4389120"/>
            <a:ext cx="146304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12463" y="4389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WED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2463" y="48920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[Content
Type]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94375" y="4389120"/>
            <a:ext cx="146304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94375" y="4389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THU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4375" y="48920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[Content
Type]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76288" y="4389120"/>
            <a:ext cx="146304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6288" y="4389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48920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[Content
Type]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4389120"/>
            <a:ext cx="146304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4389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8920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[Content
Type]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40111" y="4389120"/>
            <a:ext cx="146304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0111" y="4389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0111" y="48920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[Content
Type]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PLATFORM-BY-PLATFORM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2377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3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[X] posts/week
[X] Stories/day
Focus: Reels + Carousels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486400" cy="2377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FACEBOOK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[X] posts/week
Focus: Long-form + Groups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486400" cy="2377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4864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LINKEDIN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[X] posts/week
Focus: Thought leadership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931920"/>
            <a:ext cx="5486400" cy="2377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4864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TIKTOK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720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[X] videos/week
Focus: Trends + Education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YOUR STRATEGY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A623"/>
                </a:solidFill>
              </a:rPr>
              <a:t>Let's execute it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Next: Content Calendar Review + Campaign Kickoff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[Agency Name]  |  [Email]  |  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