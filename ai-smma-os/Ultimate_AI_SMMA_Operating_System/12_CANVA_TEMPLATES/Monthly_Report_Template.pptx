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SOCIAL MEDIA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[CLIENT NAME]  |  [MONTH YEAR]  |  PREPARED BY [AGENCY NAME]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2194560" cy="228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[X,XXX]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194560" cy="228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[X.X]%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ENGAGEMENT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828800"/>
            <a:ext cx="2194560" cy="228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192024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[+XXX]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FOLLOWERS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59" y="1828800"/>
            <a:ext cx="2194560" cy="228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799" y="192024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[XX]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9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POSTS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METRICS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210312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280160"/>
            <a:ext cx="210312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THIS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280160"/>
            <a:ext cx="210312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LAST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280160"/>
            <a:ext cx="210312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280160"/>
            <a:ext cx="210312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28800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828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Total Reach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28800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1828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[X,XXX]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828800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828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[X,XXX]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828800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828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[+/- X%]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828800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828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Industry avg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359152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3591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Total Impressions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359152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23591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[XX,XXX]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359152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3591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[XX,XXX]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2359152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23591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[+/- X%]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2359152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3591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3x reach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889504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28895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Engagement 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2889504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28895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[X.X%]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2889504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28895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[X.X%]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2889504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28895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[+/- X%]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889504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0" y="28895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2-5%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419856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41985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New Followers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3419856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0" y="341985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[+XXX]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3419856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0" y="341985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[+XXX]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3419856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341985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[+/- X%]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18320" y="3419856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0" y="341985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Niche based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950208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3950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Profile Visits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3950208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0" y="3950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[X,XXX]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3950208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0" y="3950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[X,XXX]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0" y="3950208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0" y="3950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[+/- X%]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3950208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3950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5-10% of reach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48056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4480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Link Clicks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448056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0" y="4480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[XXX]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448056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46320" y="4480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[XXX]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0" y="448056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0" y="4480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[+/- X%]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18320" y="448056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18320" y="4480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1-3% CTR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010912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50109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Story Views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0" y="5010912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60320" y="50109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[X,XXX]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46320" y="5010912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46320" y="50109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[X,XXX]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32320" y="5010912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32320" y="50109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[+/- X%]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18320" y="5010912"/>
            <a:ext cx="21031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418320" y="50109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10-15% of reach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5541264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4320" y="554126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Saves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60320" y="5541264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560320" y="554126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[XXX]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46320" y="5541264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46320" y="554126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[XXX]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132320" y="5541264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32320" y="554126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[+/- X%]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418320" y="5541264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18320" y="554126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3-5%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TOP PERFORMING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#1 TOP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[Post description/type]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3566160" cy="2560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[Reach]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[Engagement]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[Saves]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[Link Clicks]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#2 TOP 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[Post description/type]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657600"/>
            <a:ext cx="3566160" cy="2560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7490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[Reach]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206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[Engagement]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663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[Saves]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120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[Link Clicks]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280160"/>
            <a:ext cx="356616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#3 TOP 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[Post description/type]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657600"/>
            <a:ext cx="3566160" cy="2560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7490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[Reach]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206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[Engagement]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663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[Saves]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120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[Link Clicks]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NEXT MONTH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460"/>
                </a:solidFill>
              </a:rPr>
              <a:t>WHAT'S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+ [Content type performing well]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+ [Posting time that gets best engagement]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+ [Format driving the most saves/shares]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+ [Campaign or promotion results]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560"/>
                </a:solidFill>
              </a:rPr>
              <a:t>NEXT MONTH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-&gt; [Key campaign or promotion planned]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-&gt; [New content format to test]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-&gt; [Platform strategy adjustment]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-&gt; [Growth target and tactics]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-&gt; [Client collaboration needed]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