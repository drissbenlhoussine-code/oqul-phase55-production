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CONTENT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D23F"/>
                </a:solidFill>
              </a:rPr>
              <a:t>Sponsorship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The complete system for finding, closing, and managing brand sponsorships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D23F"/>
                </a:solidFill>
              </a:rPr>
              <a:t>YouTube -- Instagram -- TikTok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WHAT'S INSIDE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66928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371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Master Tracker: All deals in one Excel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66928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371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Brand Pipeline: Stage-by-stage deal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86000"/>
            <a:ext cx="566928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3774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Tax Tracker: Income + quarterly estimates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66928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774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Content Calendar: Sponsored + organic planning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91840"/>
            <a:ext cx="566928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3832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Pitch System: Templates for every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91840"/>
            <a:ext cx="566928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3832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Analytics Dashboard: Channel + video performance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97680"/>
            <a:ext cx="566928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3891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Contracts: Sponsorship agreement template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97680"/>
            <a:ext cx="566928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3891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Notion Databases: 3 importable CSV databases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303520"/>
            <a:ext cx="566928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53949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Platform Playbooks: YouTube, Instagram, TikTok guides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303520"/>
            <a:ext cx="5669280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53949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Bonus Resources: Tools, rates, growth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D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F2940"/>
                </a:solidFill>
              </a:rPr>
              <a:t>CREATOR INCOME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1828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$500+/mo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First 3 brand deals -- starter packages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1828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$2,000+/mo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5-7 deals -- mid-roll integrations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5303520" cy="1828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$5,000+/mo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10+ deals -- dedicated videos + bundles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657600"/>
            <a:ext cx="5303520" cy="1828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$10,000+/mo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754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Retainers + whitelisting + multi-platform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