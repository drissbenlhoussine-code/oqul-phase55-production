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RECRUITING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[Client Company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B4B4"/>
                </a:solidFill>
              </a:rPr>
              <a:t>Prepared by [Agency Name]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[Role Title]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UNDERSTANDING OF YOUR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Role: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[Job Title] — [Department]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Salary Range: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$[Min] – $[Max]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Location: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[City] | [Remote/Hybrid/On-Site]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Start Date: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947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[Target Date]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Must-Haves: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[Top 3 requirements from intake]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5780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Culture: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349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[Key culture notes]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4389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Deep search of 20–40 potential candidates across LinkedIn, database, and niche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4389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Phone screening against your criteria. Competency interviews and culture assessment.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4389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Deliver 3–5 fully profiled candidates with recruiter assessment and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4389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Interview scheduling, candidate prep, offer management, and onboarding handoff.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FEE STRUCTURE &amp;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7680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[X]% of First-Year Base Salary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6576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7680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Due within 30 days of candidate start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36576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3200400"/>
            <a:ext cx="7680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[90]-day replacement at no additional fee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36576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7680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One active search per Job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36576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5029200"/>
            <a:ext cx="7680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EXCLUSIVITY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166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 ] Exclusive  [ ] Contingency  — confirmed at kickoff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[AGENCY NAME]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[X]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</a:rPr>
              <a:t>Specializing in [niche] recruiting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[X]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</a:rPr>
              <a:t>Average time-to-fill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[X]%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</a:rPr>
              <a:t>Placement retention at 12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[X]+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64646"/>
                </a:solidFill>
              </a:rPr>
              <a:t>Pre-vetted candidates in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C8DC"/>
                </a:solidFill>
              </a:rPr>
              <a:t>"We specialize exclusively in [niche]. Every candidate is personally screened by our team."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73152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Review &amp; Sign Service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Included in this proposal package.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73152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Complete Job Order Intake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15-minute form to capture full role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73152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Kickoff Call (30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Align on search criteria, process, and communication cadence.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74920"/>
            <a:ext cx="73152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257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First Candidate 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Delivered within [5–7] business days of kickoff.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