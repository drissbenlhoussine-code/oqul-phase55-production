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8DC"/>
                </a:solidFill>
              </a:rPr>
              <a:t>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[Candidate Full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C8DC"/>
                </a:solidFill>
              </a:rPr>
              <a:t>[Current Role] at [Current Company]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5943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[Agency Name]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CANDIDATE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2004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801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1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Current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417319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[Title] at [Company] — [X] years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32004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1945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3317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[City, State]  |  [Remote/Relocation preference]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32004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31089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461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[Degree], [Institution]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2004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0233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1605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[Date]  |  Notice: [X weeks]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320040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49377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Compensation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0749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Current: $[X]  |  Seeking: $[X] – $[X]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EXPERIENCE SUMMARY &amp; KEY QUALIFICATIONS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EXPERIENCE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[3–4 sentences highlighting most relevant experience for this specific role. Focus on measurable achievements and direct relevance to the client's requirements.]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KEY QUALIFICATIONS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23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</a:rPr>
              <a:t>• [Requirement 1]: [Evidence from candidate background]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663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</a:rPr>
              <a:t>• [Requirement 2]: [Evidence from candidate background]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CF0"/>
                </a:solidFill>
              </a:rPr>
              <a:t>• [Requirement 3]: [Evidence from candidate background]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RECRUITER ASSESSMENT &amp; INTEREST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7315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RECRUITER'S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[1–2 sentences summarizing overall fit, standout strengths, and any minor considerations. Be specific and direct about why this candidate is a strong match.]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RECOMMENDATION: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 ] Highly Recommended   [ ] Recommended   [ ] With Reservations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566160" cy="411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INTEREST
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A623"/>
                </a:solidFill>
              </a:rP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023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DC"/>
                </a:solidFill>
              </a:rPr>
              <a:t>[Brief reason for score]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