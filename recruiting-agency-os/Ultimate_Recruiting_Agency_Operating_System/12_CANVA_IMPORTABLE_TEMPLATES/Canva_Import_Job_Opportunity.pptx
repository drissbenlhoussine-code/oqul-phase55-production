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C8DC"/>
                </a:solidFill>
              </a:rPr>
              <a:t>EXCITING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[Job 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C8DC"/>
                </a:solidFill>
              </a:rPr>
              <a:t>[Company Type] | [Location] | [Compensation Range]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Confidential Search  •  [Agency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ROLE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41731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[Job Title]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103120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7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[Company Description — 1 sentence]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926080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632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[City / Remote / Hybrid]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749039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Salary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8862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$[Min] – $[Max] base + [bonus/equity]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4572000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7091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[Key benefits: healthcare, PTO, 401k, etc.]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5394960"/>
            <a:ext cx="85953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Start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5321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</a:rPr>
              <a:t>[Target 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YOU'LL DO &amp; WHAT YOU'LL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KEY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[Responsibility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[Responsibility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[Responsibility 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[Responsibility 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[X]+ years of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[Key skill]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[Industry background]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[Nice-to-have]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STEPS — INTERESTED?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411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15-Minute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C8DC"/>
                </a:solidFill>
              </a:rPr>
              <a:t>Tell me about your background and what you're looking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651760" cy="411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Role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C8DC"/>
                </a:solidFill>
              </a:rPr>
              <a:t>If there's mutual interest, full role details shared.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51760" cy="411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Client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C8DC"/>
                </a:solidFill>
              </a:rPr>
              <a:t>Profile submitted confidentially with your permission.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63040"/>
            <a:ext cx="2651760" cy="411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Interview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C8DC"/>
                </a:solidFill>
              </a:rPr>
              <a:t>We manage scheduling, prep, and feedback throughout.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Ready to learn more? Contact: [Your Name]  |  [email]  | 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