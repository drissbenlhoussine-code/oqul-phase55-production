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Agencies just send you random resumes.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The best recruiters screen every candidate personally before submitting. Quality over volume, always.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HIRING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Speed is your competitive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Top candidates are off the market in 7 days. Your fastest competitors are your biggest threat.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CAREER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Negotiate every offer.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Most companies expect it. You could leave 10–20% on the table by saying nothing. Know your worth.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INDUSTRY 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70% of top hires never see your job post.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They need to be found — not waiting on Indeed. That's what great recruiters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What's the #1 trait you look for in a new hire?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Drop your answer below. I'll share what we hear most from top hiring managers.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CLIENT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Filled a VP Sales role in 9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Client had been searching internally for 4 months. We delivered 3 qualified profiles in 5 days. Offer accepted Day 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Before you accept any job offer: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• Research the team on LinkedIn
• Ask about 30/60/90 day expectations
• Confirm the comp structure in writing
• Check Glassdoor recent reviews
• Meet your direct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Hiring in [niche] this quarter?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0"/>
                </a:solidFill>
              </a:rPr>
              <a:t>We specialize in [role type] placements. Average time-to-fill: [X] days. DM me — let's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AABE"/>
                </a:solidFill>
              </a:rPr>
              <a:t>[Agency Name]  |  #recruiting #hiring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