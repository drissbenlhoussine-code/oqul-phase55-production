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CLIENT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9E0B"/>
                </a:solidFill>
              </a:rPr>
              <a:t>[AGENCY NAME] x [CLIENT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Your hub for strategy, deliverables, and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Confidential  |  [Month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WHAT'S IN YOUR CLIENT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Strategy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Your content pillars, audience personas, brand voice guidelines, and annual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Content 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Month-by-month content calendar with all posts, approvals, and scheduling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089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All files, reports, and assets delivered to you -- organized by 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1089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Monthly analytics reports and year-to-date performance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Meeting notes, action items, and key decisions documented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937760"/>
            <a:ext cx="5486400" cy="1645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623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Brand assets, style guides, and reference materials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YOUR MONTHLY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56032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Day 1-5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Monthly report delivered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280160"/>
            <a:ext cx="256032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Day 5-10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Strategy 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80160"/>
            <a:ext cx="256032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Day 10-15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Content calendar for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280160"/>
            <a:ext cx="2560320" cy="1828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3716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Day 15-20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11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Content scheduled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11247120" cy="29260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</a:rPr>
              <a:t>COMMUNICATION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Standard response time: within 4 business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Urgent issues response: within 1 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Content approval window: 48 hours (auto-approved after)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  Monthly strategy calls: [X] of every 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