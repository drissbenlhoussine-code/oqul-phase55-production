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0"/>
            <a:ext cx="45720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0" y="0"/>
            <a:ext cx="45720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20239" y="0"/>
            <a:ext cx="4572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0"/>
            <a:ext cx="45720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0"/>
            <a:ext cx="45720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79" y="0"/>
            <a:ext cx="4572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0"/>
            <a:ext cx="45720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0" y="0"/>
            <a:ext cx="45720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0" y="0"/>
            <a:ext cx="4572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0"/>
            <a:ext cx="45720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0879" y="0"/>
            <a:ext cx="45720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80959" y="0"/>
            <a:ext cx="4572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0"/>
            <a:ext cx="45720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19" y="0"/>
            <a:ext cx="45720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01200" y="0"/>
            <a:ext cx="4572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41280" y="0"/>
            <a:ext cx="45720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881359" y="0"/>
            <a:ext cx="45720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21440" y="0"/>
            <a:ext cx="4572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161519" y="0"/>
            <a:ext cx="45720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AI AUTOMATION AGENCY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011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59E0B"/>
                </a:solidFill>
              </a:rPr>
              <a:t>We automate your busiest processes with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834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Save 20+ hours/week. Scale without hiring.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[Agency Name]  |  [Website]  |  [Email]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HOW AI AUTOMATION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566160" cy="5029200"/>
          </a:xfrm>
          <a:prstGeom prst="rect">
            <a:avLst/>
          </a:prstGeom>
          <a:solidFill>
            <a:srgbClr val="F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56616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TRIGGER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Something happens in your business
(form submitted, payment received, email arrives)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3566160" cy="5029200"/>
          </a:xfrm>
          <a:prstGeom prst="rect">
            <a:avLst/>
          </a:prstGeom>
          <a:solidFill>
            <a:srgbClr val="F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566160" cy="73152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325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031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The automation runs automatically
(AI reads, formats, routes, notifies, creates)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280160"/>
            <a:ext cx="3566160" cy="5029200"/>
          </a:xfrm>
          <a:prstGeom prst="rect">
            <a:avLst/>
          </a:prstGeom>
          <a:solidFill>
            <a:srgbClr val="F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280160"/>
            <a:ext cx="3566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325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The right action happens instantly
(24/7 -- with zero manual effort from your team)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WHAT WE AUTOMATE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1645920"/>
          </a:xfrm>
          <a:prstGeom prst="rect">
            <a:avLst/>
          </a:prstGeom>
          <a:solidFill>
            <a:srgbClr val="F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</a:rPr>
              <a:t>Lead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Website leads auto-qualify, score, and enter your CRM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80160"/>
            <a:ext cx="5486400" cy="1645920"/>
          </a:xfrm>
          <a:prstGeom prst="rect">
            <a:avLst/>
          </a:prstGeom>
          <a:solidFill>
            <a:srgbClr val="F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</a:rPr>
              <a:t>Customer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AI chatbot handles 70% of support without human involvement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5486400" cy="1645920"/>
          </a:xfrm>
          <a:prstGeom prst="rect">
            <a:avLst/>
          </a:prstGeom>
          <a:solidFill>
            <a:srgbClr val="F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</a:rPr>
              <a:t>Email Marketing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Personalized sequences triggered by behavior, not calendar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108960"/>
            <a:ext cx="5486400" cy="1645920"/>
          </a:xfrm>
          <a:prstGeom prst="rect">
            <a:avLst/>
          </a:prstGeom>
          <a:solidFill>
            <a:srgbClr val="F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46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</a:rPr>
              <a:t>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7947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Invoices, onboarding, reports -- all on autopilot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37760"/>
            <a:ext cx="5486400" cy="1645920"/>
          </a:xfrm>
          <a:prstGeom prst="rect">
            <a:avLst/>
          </a:prstGeom>
          <a:solidFill>
            <a:srgbClr val="F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</a:rPr>
              <a:t>Content Marketing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Blog posts auto-repurpose into social, email, and video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937760"/>
            <a:ext cx="5486400" cy="1645920"/>
          </a:xfrm>
          <a:prstGeom prst="rect">
            <a:avLst/>
          </a:prstGeom>
          <a:solidFill>
            <a:srgbClr val="F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074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</a:rPr>
              <a:t>E-Commerce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6235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Cart recovery, post-purchase, inventory -- fully automated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ROI OF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560320" cy="2011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</a:rPr>
              <a:t>20+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Saved per week per automation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371600"/>
            <a:ext cx="2560320" cy="2011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4630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</a:rPr>
              <a:t>$15,000+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468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Annual cost savings per workflow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2560320" cy="2011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4630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</a:rPr>
              <a:t>3-5x faster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Lead response time with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371600"/>
            <a:ext cx="2560320" cy="2011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4630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</a:rPr>
              <a:t>30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468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Average payback period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66160"/>
            <a:ext cx="11247120" cy="2560320"/>
          </a:xfrm>
          <a:prstGeom prst="rect">
            <a:avLst/>
          </a:prstGeom>
          <a:solidFill>
            <a:srgbClr val="F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137"/>
                </a:solidFill>
              </a:rPr>
              <a:t>IF YOUR TEAM SPENDS 20 HRS/WEEK ON A TASK: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062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At $20/hr average cost = $20,800/year on that single task. Our automation costs $4,000-$8,000 to build. Payback in 2-5 months. Savings forever after.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READY TO AUTOMATE?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59E0B"/>
                </a:solidFill>
              </a:rPr>
              <a:t>Book your free AI Automation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We'll identify your top 3 automation opportunities -- no commitment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[Calendly link]  |  [Email]  |  [Website]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