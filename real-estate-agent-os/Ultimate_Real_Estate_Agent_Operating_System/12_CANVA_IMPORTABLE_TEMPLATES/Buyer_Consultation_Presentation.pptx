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BUYER
CONSULTATION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Your Complete Guide to
Buying a Home With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C8"/>
                </a:solidFill>
              </a:rPr>
              <a:t>[Your Name] | [Brokerage]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731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THE BUYING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303520" cy="594360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1. Pre-Approval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40280"/>
            <a:ext cx="5303520" cy="594360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2. Home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26080"/>
            <a:ext cx="5303520" cy="594360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3. Make an Offer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11880"/>
            <a:ext cx="5303520" cy="594360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118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4. Inspections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297680"/>
            <a:ext cx="5303520" cy="594360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976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5. Appraisal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983480"/>
            <a:ext cx="5303520" cy="594360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9834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6. Final Walk-Through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669280"/>
            <a:ext cx="530352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6692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7. CLOSING DAY!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WHY WORK WITH A BUYER'S AGENT?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🏠 NO COST TO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In most transactions, the seller pays buyer agent commission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🔍 MARKET EXPERTISE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Access to off-market deals and deep neighborhood knowledge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💪 NEGOTIATION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I've negotiated [X] transactions — I know how to win for you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36576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📋 TRANSACTION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I handle all the paperwork, deadlines, and coordination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84048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840480"/>
            <a:ext cx="36576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🤝 MY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Access to trusted lenders, inspectors, and contractors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84048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840480"/>
            <a:ext cx="36576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🛡️ YOUR ADVOCATE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I put your interests first in every conversation and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THE HOME SEARCH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1
PRE-APPROVAL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Get pre-approved first. Know your budget and show sellers you're serious.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2
DEFINE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Location, size, price range, must-haves vs. nice-to-haves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6576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3
SEARCH &amp; TOUR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I'll send listings daily + schedule showings quickly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36576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4
MAKE AN 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I'll write a competitive offer to win the home you love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931920"/>
            <a:ext cx="36576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5
DUE DILIGENCE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9377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Inspections, appraisal, title search — I coordinate all of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6576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6
CLOSING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9377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Sign papers, get keys, celebrate your new home!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FREQUENTLY ASKED BUYER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669280" cy="1600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73152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460"/>
                </a:solidFill>
              </a:rPr>
              <a:t>How much do I need for a down payment?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As little as 3% conventional, 3.5% FHA, or 0% VA. We'll find the right loan for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669280" cy="1600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73152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460"/>
                </a:solidFill>
              </a:rPr>
              <a:t>How long does buying a home take?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30-60 days from accepted offer to closing. Home search varies by market.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5669280" cy="1600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73152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460"/>
                </a:solidFill>
              </a:rPr>
              <a:t>Do I need a home inspection?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Absolutely yes. I'll recommend trusted inspectors who give thorough, fast reports.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63240"/>
            <a:ext cx="5669280" cy="1600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063240"/>
            <a:ext cx="73152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54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460"/>
                </a:solidFill>
              </a:rPr>
              <a:t>What if the home doesn't appraise?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033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We negotiate with the seller, request a price reduction, or walk away — I protect you.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5669280" cy="1600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73152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846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460"/>
                </a:solidFill>
              </a:rPr>
              <a:t>Can I back out if something goes wrong?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94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Yes — your contingencies (inspection, financing, appraisal) are exit protections.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754880"/>
            <a:ext cx="5669280" cy="1600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754880"/>
            <a:ext cx="73152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846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460"/>
                </a:solidFill>
              </a:rPr>
              <a:t>What are closing costs?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94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Typically 2-5% of purchase price, covering loan fees, title, taxes, and escrow.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