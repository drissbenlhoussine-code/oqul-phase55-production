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LISTING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</a:rPr>
              <a:t>Professional Real Estate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[Your Name] | [Your Brokerage] | [Phone Number]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C3C7"/>
                </a:solidFill>
              </a:rPr>
              <a:t>[Client Name] | [Property Address] |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0"/>
            <a:ext cx="80741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36576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5A623"/>
                </a:solidFill>
              </a:rPr>
              <a:t>ABOUT 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[Your Photo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20624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[Your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A623"/>
                </a:solidFill>
              </a:rPr>
              <a:t>[Your Title] | [Brokerage]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457200"/>
            <a:ext cx="7132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F3460"/>
                </a:solidFill>
              </a:rPr>
              <a:t>MY CREDENTIALS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● Years of Experience: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1887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[X] years serving this 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4708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● Homes Sold: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4708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[X] homes sold last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05456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● Average Sale-to-List Ratio: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50545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[X]% — above market average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63824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● Average Days on Market: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16382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[X] days — below market average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22191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● Specialties: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822191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[Your Niche/Specialty]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4805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● Designations: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48055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[ABR, CRS, GRI, etc.]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13892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E50"/>
                </a:solidFill>
              </a:rPr>
              <a:t>● Why I'm Different: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13892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Personalized service, aggressive marketing, proven results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MY MARKETING PLAN FOR YOUR HOME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00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3460"/>
                </a:solidFill>
              </a:rPr>
              <a:t>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0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3460"/>
                </a:solidFill>
              </a:rPr>
              <a:t>Professional Photography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88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HDR photos + drone + virtual tour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600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3460"/>
                </a:solidFill>
              </a:rPr>
              <a:t>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40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3460"/>
                </a:solidFill>
              </a:rPr>
              <a:t>Video Marketing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788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Property video + social media reels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16002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3460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402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3460"/>
                </a:solidFill>
              </a:rPr>
              <a:t>Online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889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Zillow, Realtor.com, MLS, 200+ sites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977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3460"/>
                </a:solidFill>
              </a:rPr>
              <a:t>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17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3460"/>
                </a:solidFill>
              </a:rPr>
              <a:t>Social Media Ads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663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Facebook, Instagram, YouTube targeted 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84048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3977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3460"/>
                </a:solidFill>
              </a:rPr>
              <a:t>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617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3460"/>
                </a:solidFill>
              </a:rPr>
              <a:t>Direct 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51663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Just Listed postcards to 300 neighbors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840480"/>
            <a:ext cx="35661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3977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F3460"/>
                </a:solidFill>
              </a:rPr>
              <a:t>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6177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3460"/>
                </a:solidFill>
              </a:rPr>
              <a:t>Agent Network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1663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C3E50"/>
                </a:solidFill>
              </a:rPr>
              <a:t>Personal outreach to 200+ local buyer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11640312" cy="6309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F3460"/>
                </a:solidFill>
              </a:rPr>
              <a:t>PRICING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40312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74720" cy="5029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PRICED TOO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Extended days on market
• Low showing activity
• Eventual price reductions
• Buyer perception: 'Something's wrong'
• Final sale price often BELOW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63040"/>
            <a:ext cx="3474720" cy="5029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331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PRICED 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Strong showing activity
• Buyer urgency and competition
• Multiple offers possible
• Fastest path to highest price
• YOU WIN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463040"/>
            <a:ext cx="3474720" cy="5029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15544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317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PRICED TOO 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17520"/>
            <a:ext cx="3108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• Immediate activity and offers
• Risk of leaving money on table
• May signal urgency/desperation
• Difficult to recover in negotiation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LET'S GET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5A623"/>
                </a:solidFill>
              </a:rPr>
              <a:t>Here's what happens next: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210312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</a:rPr>
              <a:t>SIGN LISTING AGREEMENT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We agree on terms, commission, and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2286000"/>
            <a:ext cx="210312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3017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</a:rPr>
              <a:t>HOME PREP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Professional staging consultation + photography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286000"/>
            <a:ext cx="210312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017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</a:rPr>
              <a:t>GO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List on MLS + launch full marketing campaign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919" y="2286000"/>
            <a:ext cx="210312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19" y="3017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</a:rPr>
              <a:t>SHOW &amp; NEGOTIATE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Manage showings + negotiate best offers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92640" y="2286000"/>
            <a:ext cx="2103120" cy="6400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0175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A623"/>
                </a:solidFill>
              </a:rPr>
              <a:t>CLOSE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749039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Guide you through inspections, appraisal, closing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BDC3C7"/>
                </a:solidFill>
              </a:rPr>
              <a:t>[Your Name] | [Phone] | [Email] | 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