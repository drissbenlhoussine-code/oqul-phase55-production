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731520"/>
            <a:ext cx="9445752" cy="53949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54480" y="914400"/>
            <a:ext cx="9079992" cy="50292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280160"/>
            <a:ext cx="8531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5A623"/>
                </a:solidFill>
              </a:rPr>
              <a:t>DID YOU KNOW?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194560"/>
            <a:ext cx="85313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Homes in [City] are selling
for [X]% above asking price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840480"/>
            <a:ext cx="8531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on average right now.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663440"/>
            <a:ext cx="8531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5A623"/>
                </a:solidFill>
              </a:rPr>
              <a:t>📊 [Month Year] Market Update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303520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DC3C7"/>
                </a:solidFill>
              </a:rPr>
              <a:t>[Your Name] | [Phone] | [Brokerage]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37160" cy="5029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BUYER TIP OF THE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A623"/>
                </a:solidFill>
              </a:rPr>
              <a:t>#[Week Number]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3460"/>
                </a:solidFill>
              </a:rPr>
              <a:t>GET PRE-APPROVED
BEFORE YOU START SEARCHING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8686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</a:rPr>
              <a:t>A pre-approval letter shows sellers you're a serious buyer and tells you exactly how much home you can afford. In today's competitive market, sellers won't even consider offers without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3749039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94560"/>
                </a:solidFill>
              </a:rPr>
              <a:t>Want to get pre-approved?
I'll connect you with a trusted lender today!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69696"/>
                </a:solidFill>
              </a:rPr>
              <a:t>[Your Name] | [Phone] | [Instagram Handle]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57432" cy="61264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A623"/>
                </a:solidFill>
              </a:rPr>
              <a:t>SELLER TIP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0879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THE #1 THING YOU CAN DO TO
SELL YOUR HOME FASTER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108960"/>
            <a:ext cx="94457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5A623"/>
                </a:solidFill>
              </a:rPr>
              <a:t>DECLUTTER AND DEEP CLEAN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1090879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Buyers need to visualize themselves in your home.
When your personal items dominate every room,
they can't picture their life there.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57784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5A623"/>
                </a:solidFill>
              </a:rPr>
              <a:t>Thinking about selling? Let's talk! 📞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A623"/>
                </a:solidFill>
              </a:rPr>
              <a:t>⭐ JUST LISTED ⭐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5029200" cy="52120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50292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[PROPERTY
PHOTO
HERE]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91440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3460"/>
                </a:solidFill>
              </a:rPr>
              <a:t>[Street Address]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69164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</a:rPr>
              <a:t>[City, State ZIP]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2377440"/>
            <a:ext cx="621792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256032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🛏  [X] Bedrooms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3063239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🛁  [X] Bathrooms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356616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📐  [X,XXX] Sq 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40690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🚗  [X]-Car Garage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457200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🌳  [Lot Size] 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512064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94560"/>
                </a:solidFill>
              </a:rPr>
              <a:t>$[XXX,XXX]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5A623"/>
                </a:solidFill>
              </a:rPr>
              <a:t>DM me for a private showing | [Your Phone] | [Your Name]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